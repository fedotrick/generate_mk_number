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888809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714483"/>
              </p:ext>
            </p:extLst>
          </p:nvPr>
        </p:nvGraphicFramePr>
        <p:xfrm>
          <a:off x="950976" y="5789677"/>
          <a:ext cx="5903970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5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36194">
                <a:tc gridSpan="15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114530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370259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30131"/>
              </p:ext>
            </p:extLst>
          </p:nvPr>
        </p:nvGraphicFramePr>
        <p:xfrm>
          <a:off x="0" y="7568338"/>
          <a:ext cx="6858012" cy="1751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572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1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112184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500635"/>
              </p:ext>
            </p:extLst>
          </p:nvPr>
        </p:nvGraphicFramePr>
        <p:xfrm>
          <a:off x="0" y="5789677"/>
          <a:ext cx="950976" cy="1778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</a:tblGrid>
              <a:tr h="255700"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1143381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375566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233042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219816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000424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140</TotalTime>
  <Words>157</Words>
  <Application>Microsoft Office PowerPoint</Application>
  <PresentationFormat>Лист A4 (210x297 мм)</PresentationFormat>
  <Paragraphs>72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28</cp:revision>
  <cp:lastPrinted>2025-03-14T05:45:36Z</cp:lastPrinted>
  <dcterms:created xsi:type="dcterms:W3CDTF">2025-03-05T04:07:41Z</dcterms:created>
  <dcterms:modified xsi:type="dcterms:W3CDTF">2025-04-07T08:37:06Z</dcterms:modified>
</cp:coreProperties>
</file>