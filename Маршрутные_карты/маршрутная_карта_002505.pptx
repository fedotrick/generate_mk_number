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372" y="14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966093"/>
              </p:ext>
            </p:extLst>
          </p:nvPr>
        </p:nvGraphicFramePr>
        <p:xfrm>
          <a:off x="-1" y="578128"/>
          <a:ext cx="6754354" cy="70769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41629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57576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38984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2459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891569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423600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ЛСКМ.03.01.102-Л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Держатель ригеля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Волокно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К25/___-____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___-_____/25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307306"/>
              </p:ext>
            </p:extLst>
          </p:nvPr>
        </p:nvGraphicFramePr>
        <p:xfrm>
          <a:off x="-1" y="1286704"/>
          <a:ext cx="6754355" cy="168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6494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00581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14655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80800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28080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70961"/>
              </p:ext>
            </p:extLst>
          </p:nvPr>
        </p:nvGraphicFramePr>
        <p:xfrm>
          <a:off x="-1" y="297311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77145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6682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2082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3153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21893"/>
              </p:ext>
            </p:extLst>
          </p:nvPr>
        </p:nvGraphicFramePr>
        <p:xfrm>
          <a:off x="-1" y="3254455"/>
          <a:ext cx="6754356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69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9488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1383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1045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615726"/>
              </p:ext>
            </p:extLst>
          </p:nvPr>
        </p:nvGraphicFramePr>
        <p:xfrm>
          <a:off x="-1" y="3815414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589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688589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13604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63573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ЛАПА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КОРОНА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40802"/>
              </p:ext>
            </p:extLst>
          </p:nvPr>
        </p:nvGraphicFramePr>
        <p:xfrm>
          <a:off x="-1" y="353492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1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1369491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1717871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  <a:gridCol w="1660809">
                  <a:extLst>
                    <a:ext uri="{9D8B030D-6E8A-4147-A177-3AD203B41FA5}">
                      <a16:colId xmlns:a16="http://schemas.microsoft.com/office/drawing/2014/main" val="3848603357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600" b="0" dirty="0">
                          <a:solidFill>
                            <a:srgbClr val="E0FE02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ПОСТАВИТЬ ДАТУ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ПИТАТЕЛЬ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328376"/>
              </p:ext>
            </p:extLst>
          </p:nvPr>
        </p:nvGraphicFramePr>
        <p:xfrm>
          <a:off x="950976" y="5222548"/>
          <a:ext cx="5803376" cy="1746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1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8080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919917"/>
              </p:ext>
            </p:extLst>
          </p:nvPr>
        </p:nvGraphicFramePr>
        <p:xfrm>
          <a:off x="-1" y="6972136"/>
          <a:ext cx="6754352" cy="1683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16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80800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549611"/>
              </p:ext>
            </p:extLst>
          </p:nvPr>
        </p:nvGraphicFramePr>
        <p:xfrm>
          <a:off x="0" y="5220826"/>
          <a:ext cx="950976" cy="1748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80800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527862"/>
              </p:ext>
            </p:extLst>
          </p:nvPr>
        </p:nvGraphicFramePr>
        <p:xfrm>
          <a:off x="-1" y="4097958"/>
          <a:ext cx="6754353" cy="112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549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25008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285400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20785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45139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12667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60805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80800">
                <a:tc rowSpan="3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                      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596891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3.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063994"/>
              </p:ext>
            </p:extLst>
          </p:nvPr>
        </p:nvGraphicFramePr>
        <p:xfrm>
          <a:off x="0" y="8656966"/>
          <a:ext cx="6754351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4351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" name="Рисунок 2" descr="Изображение выглядит как Шрифт, снимок экрана, График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BB45FE7-B715-F66C-1A67-E0A22939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2" y="4334958"/>
            <a:ext cx="1561033" cy="393066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002505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236</TotalTime>
  <Words>184</Words>
  <Application>Microsoft Office PowerPoint</Application>
  <PresentationFormat>Лист A4 (210x297 мм)</PresentationFormat>
  <Paragraphs>88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9" baseType="lpstr">
      <vt:lpstr>Aptos Display</vt:lpstr>
      <vt:lpstr>Aptos Narrow</vt:lpstr>
      <vt:lpstr>Arial</vt:lpstr>
      <vt:lpstr>Calibri</vt:lpstr>
      <vt:lpstr>Calibri Light</vt:lpstr>
      <vt:lpstr>Courier New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39</cp:revision>
  <cp:lastPrinted>2025-08-28T06:12:31Z</cp:lastPrinted>
  <dcterms:created xsi:type="dcterms:W3CDTF">2025-03-05T04:07:41Z</dcterms:created>
  <dcterms:modified xsi:type="dcterms:W3CDTF">2025-08-29T05:08:57Z</dcterms:modified>
</cp:coreProperties>
</file>