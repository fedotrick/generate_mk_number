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03140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30175"/>
              </p:ext>
            </p:extLst>
          </p:nvPr>
        </p:nvGraphicFramePr>
        <p:xfrm>
          <a:off x="950976" y="5789678"/>
          <a:ext cx="5903968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9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6262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327491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860894"/>
              </p:ext>
            </p:extLst>
          </p:nvPr>
        </p:nvGraphicFramePr>
        <p:xfrm>
          <a:off x="0" y="7568338"/>
          <a:ext cx="6858016" cy="17517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28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639251"/>
              </p:ext>
            </p:extLst>
          </p:nvPr>
        </p:nvGraphicFramePr>
        <p:xfrm>
          <a:off x="0" y="5789676"/>
          <a:ext cx="950976" cy="1774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60795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327251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002239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715455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000675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179</TotalTime>
  <Words>168</Words>
  <Application>Microsoft Office PowerPoint</Application>
  <PresentationFormat>Лист A4 (210x297 мм)</PresentationFormat>
  <Paragraphs>80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31</cp:revision>
  <cp:lastPrinted>2025-05-13T04:59:16Z</cp:lastPrinted>
  <dcterms:created xsi:type="dcterms:W3CDTF">2025-03-05T04:07:41Z</dcterms:created>
  <dcterms:modified xsi:type="dcterms:W3CDTF">2025-05-13T06:19:19Z</dcterms:modified>
</cp:coreProperties>
</file>