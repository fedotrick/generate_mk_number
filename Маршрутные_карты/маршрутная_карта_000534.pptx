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3006" y="10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8888809"/>
              </p:ext>
            </p:extLst>
          </p:nvPr>
        </p:nvGraphicFramePr>
        <p:xfrm>
          <a:off x="1" y="578128"/>
          <a:ext cx="6854947" cy="830869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767567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88220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55947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3836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904847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549897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46109"/>
              </p:ext>
            </p:extLst>
          </p:nvPr>
        </p:nvGraphicFramePr>
        <p:xfrm>
          <a:off x="0" y="1453896"/>
          <a:ext cx="6858000" cy="200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8742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30224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55016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390840"/>
              </p:ext>
            </p:extLst>
          </p:nvPr>
        </p:nvGraphicFramePr>
        <p:xfrm>
          <a:off x="0" y="3455924"/>
          <a:ext cx="6858000" cy="396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4416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5924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96748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183287"/>
              </p:ext>
            </p:extLst>
          </p:nvPr>
        </p:nvGraphicFramePr>
        <p:xfrm>
          <a:off x="3048" y="3852955"/>
          <a:ext cx="685189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952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811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4789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5646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027041"/>
              </p:ext>
            </p:extLst>
          </p:nvPr>
        </p:nvGraphicFramePr>
        <p:xfrm>
          <a:off x="0" y="4636789"/>
          <a:ext cx="685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971293"/>
              </p:ext>
            </p:extLst>
          </p:nvPr>
        </p:nvGraphicFramePr>
        <p:xfrm>
          <a:off x="0" y="4223795"/>
          <a:ext cx="6854952" cy="412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49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</a:tblGrid>
              <a:tr h="412467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2714483"/>
              </p:ext>
            </p:extLst>
          </p:nvPr>
        </p:nvGraphicFramePr>
        <p:xfrm>
          <a:off x="950976" y="5789677"/>
          <a:ext cx="5903970" cy="1774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598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36194">
                <a:tc gridSpan="15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1145308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370259"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230131"/>
              </p:ext>
            </p:extLst>
          </p:nvPr>
        </p:nvGraphicFramePr>
        <p:xfrm>
          <a:off x="0" y="7568338"/>
          <a:ext cx="6858012" cy="17517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572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12521">
                <a:tc gridSpan="21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1121841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7500635"/>
              </p:ext>
            </p:extLst>
          </p:nvPr>
        </p:nvGraphicFramePr>
        <p:xfrm>
          <a:off x="0" y="5789677"/>
          <a:ext cx="950976" cy="17780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488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475488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</a:tblGrid>
              <a:tr h="255700"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1143381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375566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23AB1873-3EEB-D0AA-B11E-6DC51459C97E}"/>
              </a:ext>
            </a:extLst>
          </p:cNvPr>
          <p:cNvGrpSpPr/>
          <p:nvPr/>
        </p:nvGrpSpPr>
        <p:grpSpPr>
          <a:xfrm>
            <a:off x="4587984" y="3643666"/>
            <a:ext cx="1157088" cy="484578"/>
            <a:chOff x="4587984" y="3716818"/>
            <a:chExt cx="1157088" cy="484578"/>
          </a:xfrm>
          <a:solidFill>
            <a:schemeClr val="bg1"/>
          </a:solidFill>
        </p:grpSpPr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A374E3B3-02B1-B389-5A19-8ADFCCF80BDF}"/>
                </a:ext>
              </a:extLst>
            </p:cNvPr>
            <p:cNvGrpSpPr/>
            <p:nvPr/>
          </p:nvGrpSpPr>
          <p:grpSpPr>
            <a:xfrm>
              <a:off x="4594080" y="371681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13" name="Блок-схема: процесс 12">
                <a:extLst>
                  <a:ext uri="{FF2B5EF4-FFF2-40B4-BE49-F238E27FC236}">
                    <a16:creationId xmlns:a16="http://schemas.microsoft.com/office/drawing/2014/main" id="{3BFAD52A-058A-F3E2-03EB-5BE1A64E8EC9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14" name="Блок-схема: процесс 13">
                <a:extLst>
                  <a:ext uri="{FF2B5EF4-FFF2-40B4-BE49-F238E27FC236}">
                    <a16:creationId xmlns:a16="http://schemas.microsoft.com/office/drawing/2014/main" id="{6C7D0876-D62B-7B7C-45D7-7ED8E479DBF6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  <p:grpSp>
          <p:nvGrpSpPr>
            <p:cNvPr id="27" name="Группа 26">
              <a:extLst>
                <a:ext uri="{FF2B5EF4-FFF2-40B4-BE49-F238E27FC236}">
                  <a16:creationId xmlns:a16="http://schemas.microsoft.com/office/drawing/2014/main" id="{B71ACD97-21F3-EA32-40B4-2A11A09ABBB3}"/>
                </a:ext>
              </a:extLst>
            </p:cNvPr>
            <p:cNvGrpSpPr/>
            <p:nvPr/>
          </p:nvGrpSpPr>
          <p:grpSpPr>
            <a:xfrm>
              <a:off x="4587984" y="405209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28" name="Блок-схема: процесс 27">
                <a:extLst>
                  <a:ext uri="{FF2B5EF4-FFF2-40B4-BE49-F238E27FC236}">
                    <a16:creationId xmlns:a16="http://schemas.microsoft.com/office/drawing/2014/main" id="{A23EB8BE-0C52-771C-147D-DFC868F9FD88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29" name="Блок-схема: процесс 28">
                <a:extLst>
                  <a:ext uri="{FF2B5EF4-FFF2-40B4-BE49-F238E27FC236}">
                    <a16:creationId xmlns:a16="http://schemas.microsoft.com/office/drawing/2014/main" id="{61F49E40-C11E-B8E3-1DF2-1398597C12AB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</p:grpSp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2233042"/>
              </p:ext>
            </p:extLst>
          </p:nvPr>
        </p:nvGraphicFramePr>
        <p:xfrm>
          <a:off x="1" y="5009390"/>
          <a:ext cx="6854946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3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38784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304544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85539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03369">
                <a:tc rowSpan="2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03369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03369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3219816"/>
              </p:ext>
            </p:extLst>
          </p:nvPr>
        </p:nvGraphicFramePr>
        <p:xfrm>
          <a:off x="0" y="9356344"/>
          <a:ext cx="6854946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4946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000534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140</TotalTime>
  <Words>157</Words>
  <Application>Microsoft Office PowerPoint</Application>
  <PresentationFormat>Лист A4 (210x297 мм)</PresentationFormat>
  <Paragraphs>72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Aptos Display</vt:lpstr>
      <vt:lpstr>Aptos Narrow</vt:lpstr>
      <vt:lpstr>Arial</vt:lpstr>
      <vt:lpstr>Calibri</vt:lpstr>
      <vt:lpstr>Calibri Light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28</cp:revision>
  <cp:lastPrinted>2025-03-14T05:45:36Z</cp:lastPrinted>
  <dcterms:created xsi:type="dcterms:W3CDTF">2025-03-05T04:07:41Z</dcterms:created>
  <dcterms:modified xsi:type="dcterms:W3CDTF">2025-04-07T08:37:06Z</dcterms:modified>
</cp:coreProperties>
</file>