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5/13/2025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003140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530175"/>
              </p:ext>
            </p:extLst>
          </p:nvPr>
        </p:nvGraphicFramePr>
        <p:xfrm>
          <a:off x="950976" y="5789678"/>
          <a:ext cx="5903968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89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1004398979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689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62620">
                <a:tc gridSpan="16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678027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506509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подтёк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 шву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5993419"/>
                  </a:ext>
                </a:extLst>
              </a:tr>
              <a:tr h="327491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860894"/>
              </p:ext>
            </p:extLst>
          </p:nvPr>
        </p:nvGraphicFramePr>
        <p:xfrm>
          <a:off x="0" y="7568338"/>
          <a:ext cx="6858016" cy="175176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1728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375349407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11728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560921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560921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33460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4639251"/>
              </p:ext>
            </p:extLst>
          </p:nvPr>
        </p:nvGraphicFramePr>
        <p:xfrm>
          <a:off x="0" y="5789676"/>
          <a:ext cx="950976" cy="17746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6992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  <a:gridCol w="316992">
                  <a:extLst>
                    <a:ext uri="{9D8B030D-6E8A-4147-A177-3AD203B41FA5}">
                      <a16:colId xmlns:a16="http://schemas.microsoft.com/office/drawing/2014/main" val="850395368"/>
                    </a:ext>
                  </a:extLst>
                </a:gridCol>
              </a:tblGrid>
              <a:tr h="260795">
                <a:tc gridSpan="3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742319">
                <a:tc row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444283">
                <a:tc v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л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3206585"/>
                  </a:ext>
                </a:extLst>
              </a:tr>
              <a:tr h="327251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1002239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1.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2.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7715455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000667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179</TotalTime>
  <Words>168</Words>
  <Application>Microsoft Office PowerPoint</Application>
  <PresentationFormat>Лист A4 (210x297 мм)</PresentationFormat>
  <Paragraphs>80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31</cp:revision>
  <cp:lastPrinted>2025-05-13T04:59:16Z</cp:lastPrinted>
  <dcterms:created xsi:type="dcterms:W3CDTF">2025-03-05T04:07:41Z</dcterms:created>
  <dcterms:modified xsi:type="dcterms:W3CDTF">2025-05-13T06:19:19Z</dcterms:modified>
</cp:coreProperties>
</file>